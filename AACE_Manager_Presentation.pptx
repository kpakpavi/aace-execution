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2103120"/>
            <a:ext cx="10515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731520" y="32004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Autonomous Arbitrage Commerce Engine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731520" y="3931920"/>
            <a:ext cx="640080" cy="45720"/>
          </a:xfrm>
          <a:prstGeom prst="rect">
            <a:avLst/>
          </a:prstGeom>
          <a:solidFill>
            <a:srgbClr val="F4A442"/>
          </a:solidFill>
          <a:ln w="12700">
            <a:solidFill>
              <a:srgbClr val="F4A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11480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push-alert engine that finds the same product on different deal sites at different prices — and ships scored arbitrage opportunities to your AI agent automatically.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8521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</a:t>
            </a:r>
            <a:pPr indent="0" marL="0">
              <a:buNone/>
            </a:pPr>
            <a:r>
              <a:rPr lang="en-US" sz="14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Manager 1:1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·  WHAT IT 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one sentence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097280"/>
            <a:ext cx="112471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pulls live deals from multiple deal-aggregator sites every 30 minutes, finds the same product across sources, scores the price spread, and ships scored arbitrage opportunities to an external AI agent via signed webhook.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365760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310896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3152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deal-aggregator feeds: Slickdeals, DealNews, Ben's Bargains, TechBargains. More plug-in connectors any time.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343400" y="3108960"/>
            <a:ext cx="365760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310896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unattended every 30 min. Token+Jaccard matcher pairs products. Price-spread scorer ranks them.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0" y="3108960"/>
            <a:ext cx="3657600" cy="301752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229600" y="3108960"/>
            <a:ext cx="36576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32918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PUSH-ALERTING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503920" y="384048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HMAC-signed POST to your AI agent on every match above threshold. Retry + 24h dedup built in.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HOW IT WORKS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flow, every 30 minutes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stages from RSS pull through scoring, persistence, signed webhook, and user alert.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486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486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4 RSS feeds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 rot="5400000">
            <a:off x="17373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288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9202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titles + prices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 rot="5400000">
            <a:off x="31089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918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32918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Jaccard cross-source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 rot="5400000">
            <a:off x="44805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6634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6634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spread ≥ $5 / 5%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 rot="5400000">
            <a:off x="58521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0350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0350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HMAC-SHA256 payload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 rot="5400000">
            <a:off x="72237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3152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3152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74066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74066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to AI agent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 rot="5400000">
            <a:off x="85953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6868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87782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7782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to Postgres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 rot="5400000">
            <a:off x="9966960" y="3246120"/>
            <a:ext cx="137160" cy="274320"/>
          </a:xfrm>
          <a:prstGeom prst="rtTriangl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58400" y="2194560"/>
            <a:ext cx="1325880" cy="237744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0058400" y="2194560"/>
            <a:ext cx="132588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058400" y="2194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149840" y="2788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10149840" y="3246120"/>
            <a:ext cx="11430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notifies you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57200" y="4937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 ·  4 live RSS sources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457200" y="52578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Slickdeals   ·   DealNews   ·   Ben's Bargains   ·   TechBargains   →   ~290 deals per tick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457200" y="5669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457200" y="59893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POST to AI agent   +   Postgres audit trail   +   Streamlit dashboard panels</a:t>
            </a:r>
            <a:endParaRPr lang="en-US" sz="1400" dirty="0"/>
          </a:p>
        </p:txBody>
      </p:sp>
      <p:sp>
        <p:nvSpPr>
          <p:cNvPr id="58" name="Shape 5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TODAY'S PROGRESS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Eight wins shipped today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728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cross-source matching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9728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Jaccard similarity replaces exact title match. Same product clusters even when wording differs across sites.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4630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14630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0" y="13716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TechBargains added as 4th live source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0" y="17373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now ~290 deals fetched per 30-min tick across all 4 aggregators.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output wired to dashboard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09728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Postgres table, /worker-opportunities API endpoint, live 'Live Worker Output' panel.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217920" y="28346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179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858000" y="27432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'All Live Deals' search panel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0" y="31089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~290 live deals with search box. Multi-source deal browser added to dashboard.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4206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09728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error tracking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4480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production observability via env var. Alerts on crashes once deployed.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17920" y="42062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1792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6858000" y="41148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 + GitHub Actions CI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858000" y="44805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540+ tests on every push. Public repo polished + CI badge live.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5577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109728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arbitrage delivered end-to-end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097280" y="5852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Watch S11 GPS, $254 vs $329 — spread $75 / 22.8% — signed POST → HTTP 200.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217920" y="5577840"/>
            <a:ext cx="502920" cy="5029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17920" y="5577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858000" y="5486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4-container stack live on MacBook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858000" y="5852160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API + dashboard + scheduled worker, running locally as temporary VPS substitute.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PROOF OF LIFE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First real arbitrage delivered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cross-source match, real signed POST, real HTTP 200. End-to-end pipeline proven on live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6974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2011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$75</a:t>
            </a:r>
            <a:endParaRPr lang="en-US" sz="6000" dirty="0"/>
          </a:p>
        </p:txBody>
      </p:sp>
      <p:sp>
        <p:nvSpPr>
          <p:cNvPr id="9" name="Text 7"/>
          <p:cNvSpPr/>
          <p:nvPr/>
        </p:nvSpPr>
        <p:spPr>
          <a:xfrm>
            <a:off x="457200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SPREAD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Ben's Bargains $254  vs  TechBargains $329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28800"/>
            <a:ext cx="26974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37560" y="2011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22.8%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 GAP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 above the 5% production threshold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17920" y="1828800"/>
            <a:ext cx="26974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0" y="2011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0.46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6217920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(0–1)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5508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Cross-source arbitrage signal strength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098280" y="1828800"/>
            <a:ext cx="2697480" cy="21945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98280" y="201168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9098280" y="30632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STATUS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235440" y="3474720"/>
            <a:ext cx="2423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delivered to AI agent on first attempt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4297680"/>
            <a:ext cx="11247120" cy="210312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297680"/>
            <a:ext cx="91440" cy="2103120"/>
          </a:xfrm>
          <a:prstGeom prst="rect">
            <a:avLst/>
          </a:prstGeom>
          <a:solidFill>
            <a:srgbClr val="F4A442"/>
          </a:solidFill>
          <a:ln w="12700">
            <a:solidFill>
              <a:srgbClr val="F4A4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1520" y="4434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PRODUCT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Apple Watch Series 11 GPS Smartwatch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1520" y="53492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2026-06-02 00:57 UTC      ·   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matched: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bensbargains, techbargains      ·      </a:t>
            </a:r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status: </a:t>
            </a:r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1520" y="57607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means: </a:t>
            </a:r>
            <a:pPr indent="0" marL="0">
              <a:buNone/>
            </a:pPr>
            <a:r>
              <a:rPr lang="en-US" sz="12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found a real arbitrage opportunity in real production data, signed it with HMAC-SHA256, POSTed it to a test agent endpoint, and the agent received it cleanly. The full loop works.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COMPETITIVE LANDSCAPE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else is doing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tools across 4 segments. Only AACE is multi-source + open-source + operator-facing + free.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743200"/>
                <a:gridCol w="1645920"/>
                <a:gridCol w="1371600"/>
                <a:gridCol w="33832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 USER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VS AACE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Tactical Arbitrage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FBA arbitrage scanner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$59-129/mo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paid equiv — Amazon-only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Keepa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price history +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Shoppers / Resellers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$20/mo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Amazon-only, single 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CamelCamelCamel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price-drop email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Amazon-only, no cross-source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BrickSeek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In-store inventory + price intel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In-store hunters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/ $40/mo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 vector (physical stores)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Slickdeals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Community-curated deals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CONSUME them; they don't arbitrage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DealNews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Editorially curated deals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 consume them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Honey / Cap One Shopping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 browser extension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Coupon-focused, not arbitrage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Bandit / Scoutify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Barcode arbitrage scanner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Resellers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$10-20/mo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scan, not automated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AURA Repricer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FBA auto-repricer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sellers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$97/mo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Adjusts existing prices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Zapier + IFTTT (DIY)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Generic workflow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Tinkerers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$0-20/mo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AACE is without matcher/scorer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Shopping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Pull-based price compare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Consumers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1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Search-driven, not push alerts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BB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WHERE AACE WINS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differentiators no competitor matches together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463040"/>
            <a:ext cx="109728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32588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MULTI-SOURCE BY DESIGN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240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competitor watches one site (Amazon, in-store, single feed). AACE watches many in parallel and finds price gaps BETWEEN them. That's a different problem class.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3291840"/>
            <a:ext cx="4937760" cy="0"/>
          </a:xfrm>
          <a:prstGeom prst="line">
            <a:avLst/>
          </a:prstGeom>
          <a:noFill/>
          <a:ln w="9525">
            <a:solidFill>
              <a:srgbClr val="9BB5E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competitors: </a:t>
            </a:r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Arbitrage, Keepa, CamelCamelCamel are all single-source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72200" y="146304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72200" y="1463040"/>
            <a:ext cx="109728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6002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7040880" y="166420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+ FREE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46520" y="224028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 on GitHub. $0 recurring cost (infra only — currently running on a Mac). Anyone can audit, fork, extend.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46520" y="3291840"/>
            <a:ext cx="4937760" cy="0"/>
          </a:xfrm>
          <a:prstGeom prst="line">
            <a:avLst/>
          </a:prstGeom>
          <a:noFill/>
          <a:ln w="9525">
            <a:solidFill>
              <a:srgbClr val="9BB5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337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competitors: </a:t>
            </a:r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Tactical Arbitrage = $59-129/mo · AURA = $97/mo · Profit Bandit = $10-20/mo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93192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931920"/>
            <a:ext cx="109728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1325880" y="4133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OPERATOR-AUTOMATED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3152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Push-alerts to an external AI agent via signed webhook. Built to be run by a person doing arbitrage, not browsed by a shopper.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760720"/>
            <a:ext cx="4937760" cy="0"/>
          </a:xfrm>
          <a:prstGeom prst="line">
            <a:avLst/>
          </a:prstGeom>
          <a:noFill/>
          <a:ln w="9525">
            <a:solidFill>
              <a:srgbClr val="9BB5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competitors: </a:t>
            </a:r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Honey, Slickdeals, DealNews, Google Shopping are all consumer browse-first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172200" y="3931920"/>
            <a:ext cx="548640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72200" y="3931920"/>
            <a:ext cx="109728" cy="23317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46520" y="40690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30" name="Text 28"/>
          <p:cNvSpPr/>
          <p:nvPr/>
        </p:nvSpPr>
        <p:spPr>
          <a:xfrm>
            <a:off x="7040880" y="4133088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EXTENSIBLE CONNECTOR LAYER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446520" y="4709160"/>
            <a:ext cx="5029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new source = ~50 lines + tests. Reddit code already exists (shelved pending OAuth). Generic scraper next. eBay/Keepa/Best Buy planned.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446520" y="5760720"/>
            <a:ext cx="4937760" cy="0"/>
          </a:xfrm>
          <a:prstGeom prst="line">
            <a:avLst/>
          </a:prstGeom>
          <a:noFill/>
          <a:ln w="9525">
            <a:solidFill>
              <a:srgbClr val="9BB5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4652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competitors: </a:t>
            </a:r>
            <a:pPr indent="0" marL="0">
              <a:buNone/>
            </a:pPr>
            <a:r>
              <a:rPr lang="en-US" sz="10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are closed boxes — what they watch is what you get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WINNING STRATEGY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AACE becomes the most attractive on the market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plays, ordered by impact.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1124712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8308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24028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000" dirty="0"/>
          </a:p>
        </p:txBody>
      </p:sp>
      <p:sp>
        <p:nvSpPr>
          <p:cNvPr id="11" name="Text 9"/>
          <p:cNvSpPr/>
          <p:nvPr/>
        </p:nvSpPr>
        <p:spPr>
          <a:xfrm>
            <a:off x="2011680" y="189280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Source breadth — the moat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011680" y="224028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additional source compounds match probability. Going from 4 → 10 sources turns AACE into the single most-comprehensive arbitrage scanner available — paid or free.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65176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eBay Browse API (sold comps are the gold standard for true-market baselines)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Add Amazon via Keepa (price history + drop alerts)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Reactivate Reddit via OAuth (already coded, just needs creds)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Generic YAML scraper for Walmart / Target / Newegg / Costco / Best Buy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1124712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29184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4290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374904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5000" dirty="0"/>
          </a:p>
        </p:txBody>
      </p:sp>
      <p:sp>
        <p:nvSpPr>
          <p:cNvPr id="18" name="Text 16"/>
          <p:cNvSpPr/>
          <p:nvPr/>
        </p:nvSpPr>
        <p:spPr>
          <a:xfrm>
            <a:off x="2011680" y="340156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Smarter matching — fewer false positives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011680" y="374904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token+Jaccard catches obvious cross-source matches but lets brand confusion through (Wyze vs Dyson 'cordless stick vacuum' both match). Brand/model weighting + UPC/GTIN extraction stops that.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2011680" y="416052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Brand and model-number weighting in similarity score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Extract canonical product identifiers (UPC, GTIN, ASIN) where available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Confidence score that tells the AI agent how sure we are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4800600"/>
            <a:ext cx="11247120" cy="1371600"/>
          </a:xfrm>
          <a:prstGeom prst="rect">
            <a:avLst/>
          </a:prstGeom>
          <a:solidFill>
            <a:srgbClr val="CADCFC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800600"/>
            <a:ext cx="1371600" cy="1371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937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 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5257800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5000" dirty="0"/>
          </a:p>
        </p:txBody>
      </p:sp>
      <p:sp>
        <p:nvSpPr>
          <p:cNvPr id="25" name="Text 23"/>
          <p:cNvSpPr/>
          <p:nvPr/>
        </p:nvSpPr>
        <p:spPr>
          <a:xfrm>
            <a:off x="2011680" y="4910328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Polished product surface — capture users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2011680" y="5257800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AACE today is an operator engine. To get attention and lock in a position, surface it as a hosted tool with a clean UI. The 'All Live Deals' panel built today is step one.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011680" y="5669280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Hosted-tier dashboard at a public domain (subscription or freemium)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Watchlist feature: alert me when this specific product drops   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Public deal feed (read-only API) for SEO and developer adoption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CHALLENGES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I'm blocked or honestly struggling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are operational or organizational — none are code problems.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A3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C84A3F"/>
          </a:solidFill>
          <a:ln w="12700">
            <a:solidFill>
              <a:srgbClr val="C84A3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REAL ALERTS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webhook URL still test sandbox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Signed POSTs go to webhook.site instead of our real AI agent. Until swapped, the system is testing, not earning.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82880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A3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72200" y="1828800"/>
            <a:ext cx="5486400" cy="457200"/>
          </a:xfrm>
          <a:prstGeom prst="rect">
            <a:avLst/>
          </a:prstGeom>
          <a:solidFill>
            <a:srgbClr val="C84A3F"/>
          </a:solidFill>
          <a:ln w="12700">
            <a:solidFill>
              <a:srgbClr val="C84A3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PRODUCTION QUALITY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4652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threshold not tuned against real data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46520" y="2926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$5 / 5% thresholds were picked theoretically. Need 24 hours of live data to calibrate against actual noise levels.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411480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A3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4114800"/>
            <a:ext cx="5486400" cy="457200"/>
          </a:xfrm>
          <a:prstGeom prst="rect">
            <a:avLst/>
          </a:prstGeom>
          <a:solidFill>
            <a:srgbClr val="C84A3F"/>
          </a:solidFill>
          <a:ln w="12700">
            <a:solidFill>
              <a:srgbClr val="C84A3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CONTINUOUS UPTIME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VPS not yet provisioned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3152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Currently running on my MacBook. Pauses when laptop closes/sleeps. Need a $0–7/mo cloud server for true 24/7 operation.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114800"/>
            <a:ext cx="548640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C84A3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172200" y="4114800"/>
            <a:ext cx="5486400" cy="457200"/>
          </a:xfrm>
          <a:prstGeom prst="rect">
            <a:avLst/>
          </a:prstGeom>
          <a:solidFill>
            <a:srgbClr val="C84A3F"/>
          </a:solidFill>
          <a:ln w="12700">
            <a:solidFill>
              <a:srgbClr val="C84A3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46520" y="4114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LONG-TERM ROADMAP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46520" y="4709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direction not yet committed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46520" y="52120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viable paths: keep operator arbitrage bot, pivot to consumer search app, or hybrid. Cannot fully market position until decided.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YOUR APPROVAL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asks for you, manager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unblocks a specific gate above. None is large.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703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 DIRECTION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product direction so we can position long-term.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31520" y="443484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Finish AACE as operator arbitrage bot  (lowest risk)</a:t>
            </a:r>
            <a:endParaRPr lang="en-US" sz="1100" dirty="0"/>
          </a:p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Pivot to consumer search app  (2-4 wk restart)</a:t>
            </a:r>
            <a:endParaRPr lang="en-US" sz="1100" dirty="0"/>
          </a:p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Hybrid  (1-2 wk add — partially built already)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89120" y="1828800"/>
            <a:ext cx="3703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76072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57200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VPS BUDGET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server tier so AACE runs 24/7 instead of when my Mac is awake.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663440" y="443484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option:  Oracle Cloud Free Tier  ($0/mo forever)</a:t>
            </a:r>
            <a:endParaRPr lang="en-US" sz="1100" dirty="0"/>
          </a:p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option:  Hetzner Cloud  (~€4/mo, simpler setup)</a:t>
            </a:r>
            <a:endParaRPr lang="en-US" sz="1100" dirty="0"/>
          </a:p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option:  defer for 1-2 weeks  (Mac in the meantime)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321040" y="1828800"/>
            <a:ext cx="3703320" cy="4389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692640" y="2103120"/>
            <a:ext cx="914400" cy="91440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92640" y="21031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8503920" y="3200400"/>
            <a:ext cx="3337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 WEBHOOK URL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503920" y="3703320"/>
            <a:ext cx="3337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me where to POST scored opportunities so they actually reach a human.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595360" y="4434840"/>
            <a:ext cx="3246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the agent's inbound webhook URL</a:t>
            </a:r>
            <a:endParaRPr lang="en-US" sz="1100" dirty="0"/>
          </a:p>
          <a:p>
            <a:pPr marL="342900" indent="-342900">
              <a:buSzPct val="100000"/>
              <a:buChar char="○"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designate someone on the agent team to give it to me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114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spc="200" kern="0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AACE  ·  Autonomous Arbitrage Commerce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595360" y="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ROADMAP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 / 60 / 90 days from approvals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B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milestones assume your three approvals land this week.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3703320" cy="6400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1214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v0.1 SHIP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457200" y="2468880"/>
            <a:ext cx="3703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265176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chosen VPS, point at real agent URL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24-hour shakedown, tune scoring threshold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real arbitrage acted on — the earn gate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v0.1.0 on GitHub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389120" y="1828800"/>
            <a:ext cx="3703320" cy="640080"/>
          </a:xfrm>
          <a:prstGeom prst="rect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DAYS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0" y="21214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v0.2 BREADTH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389120" y="2468880"/>
            <a:ext cx="3703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265176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Reddit OAuth (3rd active source restored)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eBay Browse + sold comps (4th paid source)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Smarter matching: brand/model weighting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Sentry + dashboard polish + alert-outcome tracking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1828800"/>
            <a:ext cx="3703320" cy="640080"/>
          </a:xfrm>
          <a:prstGeom prst="rect">
            <a:avLst/>
          </a:prstGeom>
          <a:solidFill>
            <a:srgbClr val="F4A442"/>
          </a:solidFill>
          <a:ln w="12700">
            <a:solidFill>
              <a:srgbClr val="F4A4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503920" y="1874520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503920" y="2121408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v1.0 SCALE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8321040" y="2468880"/>
            <a:ext cx="370332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B5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595360" y="2651760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via Keepa, Best Buy, Walmart / Target scrapers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public dashboard (early-access tier)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feature: alert me when X drops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International + resale sources (AliExpress, StockX, Mercari)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6583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Ahlonko Kpakpavi  ·  Manager 1:1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29600" y="-2743200"/>
            <a:ext cx="6400800" cy="6400800"/>
          </a:xfrm>
          <a:prstGeom prst="ellipse">
            <a:avLst/>
          </a:prstGeom>
          <a:solidFill>
            <a:srgbClr val="2D3A7A"/>
          </a:solidFill>
          <a:ln w="12700">
            <a:solidFill>
              <a:srgbClr val="2D3A7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we are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1005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Technical loop proven on real data.</a:t>
            </a:r>
            <a:endParaRPr lang="en-US" sz="3600" dirty="0"/>
          </a:p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operational gates remain.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640080" cy="45720"/>
          </a:xfrm>
          <a:prstGeom prst="rect">
            <a:avLst/>
          </a:prstGeom>
          <a:solidFill>
            <a:srgbClr val="F4A442"/>
          </a:solidFill>
          <a:ln w="12700">
            <a:solidFill>
              <a:srgbClr val="F4A4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recap in one line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15468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live sources  ·  290 deals per tick  ·  cross-source matcher  ·  signed webhook  ·  first real arbitrage delivered end-to-end today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31520" y="4023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9BB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need from you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4389120"/>
            <a:ext cx="3383280" cy="1097280"/>
          </a:xfrm>
          <a:prstGeom prst="rect">
            <a:avLst/>
          </a:prstGeom>
          <a:solidFill>
            <a:srgbClr val="2D3A7A"/>
          </a:solidFill>
          <a:ln w="19050">
            <a:solidFill>
              <a:srgbClr val="F4A44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/ B / C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91440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product direction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4389120"/>
            <a:ext cx="3383280" cy="1097280"/>
          </a:xfrm>
          <a:prstGeom prst="rect">
            <a:avLst/>
          </a:prstGeom>
          <a:solidFill>
            <a:srgbClr val="2D3A7A"/>
          </a:solidFill>
          <a:ln w="19050">
            <a:solidFill>
              <a:srgbClr val="F4A4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VPS tier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457200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$0 (Oracle) or ~€4/mo (Hetzner)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046720" y="4389120"/>
            <a:ext cx="3383280" cy="1097280"/>
          </a:xfrm>
          <a:prstGeom prst="rect">
            <a:avLst/>
          </a:prstGeom>
          <a:solidFill>
            <a:srgbClr val="2D3A7A"/>
          </a:solidFill>
          <a:ln w="19050">
            <a:solidFill>
              <a:srgbClr val="F4A44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0" y="45262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4A4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Agent URL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8229600" y="49377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to point the live webhook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31520" y="58521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Ready when you are.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AACE — Autonomous Arbitrage Commerce Engine</dc:title>
  <dc:subject>PptxGenJS Presentation</dc:subject>
  <dc:creator>Ahlonko Kpakpavi</dc:creator>
  <cp:lastModifiedBy>Ahlonko Kpakpavi</cp:lastModifiedBy>
  <cp:revision>1</cp:revision>
  <dcterms:created xsi:type="dcterms:W3CDTF">2026-06-05T19:39:04Z</dcterms:created>
  <dcterms:modified xsi:type="dcterms:W3CDTF">2026-06-05T19:39:04Z</dcterms:modified>
</cp:coreProperties>
</file>